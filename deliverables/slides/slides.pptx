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Manager Problem Solved &amp; Three Critical Findings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Taming noisy multi-channel signals into actionable pipeline intelligence with traceable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SpendNest Revenue Intelligence Inbox • Submission Slide 1 of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The Manager Problem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A sales manager receives fragmented calls, meetings, and AI notes with silent audio and delayed revisions.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Blindly relying on stored metadata leads to false pipeline numbers and misdirected coaching.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Our Solution: Connects metadata directly to turn-level transcript evidence, separates call reps from calendar hosts, and preserves manual routing corrections across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70408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65836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Three Crucial Source Findings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Finding 1 (M02 - LedgerBridge, Turn 1-3): Stored meeting classified as sales opportunity, but SpendNest is actually evaluating LedgerBridge as an e-invoicing supplier. Product choice: Routed to 'Vendor Note', preventing false ARR inflation.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Finding 2 (M07 - Willowfield Trust, Turn 2-8): Late transcript in revision 2 revealed severe production UI bug (silent failure of payment description save + recreate attachment block). Product choice: Routed immediately to P1 Engineering Bug ticket with turn citations.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Finding 3 (C09 - Vedant, Exact Quote): Prospect Vedant referred rep to business head Rishabh with strict mandate: 'No, please don\'t use my name.' Product choice: Enforced explicit compliance coaching alert preventing rep outreach violation.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Interface Choices &amp; Deliberate Omissions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Designed for rapid executive decision-making: high signal density, clear boundaries, zero vanity fluff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SpendNest Revenue Intelligence Inbox • Submission Slide 2 of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What We Intentionally Built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Interactive Replay Control Bar: 1-click execution of the entire replay contract (initial import, shuffle test, override, update upsert, regression test).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Role Distinction: Strictly isolates Call Outbound Reps (Arun, Meera, Leela, Kiran, Dev) from Meeting Calendar Hosts (team08, team09, etc.).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Three-Pane Evidence Workspace: Raw envelope JSON, verbatim transcript turns with timestamps, and candidate-derived analysis side-by-side.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Live Manifest &amp; Export Engine: One-click export of machine-readable JSON/CSV manifests and organized markdown route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What We Deliberately Left Out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No Fictitious Pipeline ARR Totals: The data lacks verified contract values and win probabilities. We refused to invent arbitrary deal sizes.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No Automated Overwrite of Human Decisions: When revision 2 arrived for M07, the app preserved the manager's manual route rather than wiping it.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No Substantive AI Analysis for Silent Intake: 26 records had null transcripts (B01-B20, M05, etc.). We logged them as intake, refusing to fabricate summaries.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No Multi-Date Filters: All 44 records occurred on 2026-08-21. A date picker adds clutter; we prioritized source-type, rep, and route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Routing Architecture &amp; Difficult Routing Case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Differentiated destinations matching operational reality, highlighted by M07's late 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SpendNest Revenue Intelligence Inbox • Submission Slide 3 of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Six-Pillar Routing Taxonomy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1. Sales Coaching &amp; Guidance (6): Evaluates objection handling (C01), competitive intel (C05, C06), and compliance (C09).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2. Deal Next Steps (4): Actionable commercial follow-ups with stated owners (C03 Milan, C04 Lanternpath, C08 Raghav, M03 Asterloom).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3. Customer Support &amp; Escalations (3): Critical operational issues (M04 Card Migration Sunset, M07 P1 Bug, M09 Onboarding).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4. Partner &amp; Channel Onboarding (2): Referral agreements and commissions (C07 Willowbank, M01 Harborpath).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5. Vendor / Internal Ops Notes (2): Procurement &amp; training (M02 LedgerBridge supplier, M10 billing training).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6. Voicemail / Gatekeeper &amp; Unusable (27): Clean separation of non-conversational dials and administrative transfers (C02, B01-B20).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The Difficult Case: M07 (Willowfield)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Initial Delivery: M07 arrived with summary: null and transcript_payload: null (Rev 1). Appeared as silent intake.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Manager Action: Manager proactively overrides route based on customer communication to 'Customer Support / Critical Bug Escalation'.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Update Delivery: Batch 02_update arrives with Revision 2 and 27 turns of screen-share troubleshooting.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The Resolution: The system preserves the manager's manual route, flags the analysis as 'Revision Updated (Pending Review)', highlights turns 2-8 evidence, and avoids creating a duplicate conversation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Verification of Key Numbers &amp; Analytical Evidence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Mathematical rigor and verifiable citations: testing denominators, revisions, and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SpendNest Revenue Intelligence Inbox • Submission Slide 4 of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Verifying Headline Numbers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Total Ingested Records (44): Verified 30 calls + 14 meetings. Ingesting 02_update (1 record) does NOT increase count to 45 because (source_type, source_id) matches M07.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Transcript Coverage (17 -&gt; 18): Initially 10 calls + 7 meetings = 17 (38.6%). Post-update: M07 adds 1 meeting = 18 (40.9%). Denominator is strictly 44 logical records.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Idempotency Test: Shuffling initial batch and re-importing yields 0 duplicate records and 0 inflated transcripts.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Revision Precedence: Re-importing 01_initial after 02_update safely ignores Revision 1 for M07; Revision 2 and 27 turns remain intact.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Verifying Analytical Conclusions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Claim: Asterloom Systems (M03) has prepaid vs credit objection. Evidence Check: Turn 6 verbatim: 'Wait, these are prepaid? I had thought about a corporate credit card.' Verified in source turns.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Claim: Willowbank (C07) agreed to review proposal. Evidence Check: Quote: 'send whatever proposal you have... call on Monday.' Verified in call text.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Honest Uncertainty: For C05 (StoreHarbor), the text does NOT establish contract expiration or switching intent. Marked explicitly as 'Does Not Establish'.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Trade-Offs, AI Usage, Limitations &amp; Next Steps</a:t>
            </a:r>
          </a:p>
          <a:p>
            <a:pPr>
              <a:defRPr sz="1300">
                <a:solidFill>
                  <a:srgbClr val="3B82F6"/>
                </a:solidFill>
                <a:latin typeface="Arial"/>
              </a:defRPr>
            </a:pPr>
            <a:r>
              <a:t>Transparent engineering accounting: rejected alternatives, pragmatic boundaries, and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SpendNest Revenue Intelligence Inbox • Submission Slide 5 of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Trade-Offs &amp; One Rejected Decision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Deliberately Rejected Decision: Auto-overwriting manual manager routes upon receiving late revisions (e.g., M07).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Why Rejected: Managers have offline context (verbal escalations, executive decisions). Erasing human input destroys user trust.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Accepted Trade-Off: Route stays locked to manager's choice, but UI presents a prominent 'Revision Updated' badge and diff inspector.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Pre-Generated vs Dynamic Analysis: Analytical corpus pre-generated with deterministic rules; dynamic browser client executes live filtering, search, routing overrides, and export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2E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Limitations &amp; Production Roadmap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Current Scope: 44 records on 2026-08-21; single-user browser localStorage persistence without cloud auth.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Hours Spent: ~7 hours across data audit, engine design, UI development, test automation, and documentation.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Roadmap Step 1: Real-time Webhook Streaming: Integrate live Zoom/Meet bot webhooks with automatic transcription pipelines.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Roadmap Step 2: Automated Telephony Diagnostics: Integrate Twilio/telephony status callbacks to distinguish failed carrier handshakes from silent dials.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